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a:solidFill>
                  <a:srgbClr val="C54300"/>
                </a:solidFill>
              </a:defRPr>
            </a:pPr>
            <a:r>
              <a:t>Pemenang Nobel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C54300"/>
                </a:solidFill>
              </a:defRPr>
            </a:pPr>
            <a:r>
              <a:t>Pengantar Nobel 2025</a:t>
            </a:r>
          </a:p>
        </p:txBody>
      </p:sp>
      <p:sp>
        <p:nvSpPr>
          <p:cNvPr id="3" name="Content Placeholder 2"/>
          <p:cNvSpPr>
            <a:spLocks noGrp="1"/>
          </p:cNvSpPr>
          <p:nvPr>
            <p:ph idx="1"/>
          </p:nvPr>
        </p:nvSpPr>
        <p:spPr/>
        <p:txBody>
          <a:bodyPr/>
          <a:lstStyle/>
          <a:p/>
          <a:p>
            <a:pPr>
              <a:defRPr sz="1800"/>
            </a:pPr>
            <a:r>
              <a:t>Penghargaan Nobel 2025 diberikan kepada individu dan organisasi yang telah membuat kontribusi luar biasa dalam bidang masing-masing, mulai dari Fisika, Kimia, Kedokteran, Sastra, Perdamaian, dan Ilmu Ekonomi.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C54300"/>
                </a:solidFill>
              </a:defRPr>
            </a:pPr>
            <a:r>
              <a:t>Pemenang Nobel Fisika 2025</a:t>
            </a:r>
          </a:p>
        </p:txBody>
      </p:sp>
      <p:sp>
        <p:nvSpPr>
          <p:cNvPr id="3" name="Content Placeholder 2"/>
          <p:cNvSpPr>
            <a:spLocks noGrp="1"/>
          </p:cNvSpPr>
          <p:nvPr>
            <p:ph idx="1"/>
          </p:nvPr>
        </p:nvSpPr>
        <p:spPr/>
        <p:txBody>
          <a:bodyPr/>
          <a:lstStyle/>
          <a:p/>
          <a:p>
            <a:pPr>
              <a:defRPr sz="1800"/>
            </a:pPr>
            <a:r>
              <a:t>Tiga ilmuwan mekanika kuantum dianugerahi Hadiah Nobel Fisika 2025 atas penelitian mereka tentang sistem kekebalan tubuh dan mekanika kuantum.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C54300"/>
                </a:solidFill>
              </a:defRPr>
            </a:pPr>
            <a:r>
              <a:t>Pemenang Nobel Kedokteran 2025</a:t>
            </a:r>
          </a:p>
        </p:txBody>
      </p:sp>
      <p:sp>
        <p:nvSpPr>
          <p:cNvPr id="3" name="Content Placeholder 2"/>
          <p:cNvSpPr>
            <a:spLocks noGrp="1"/>
          </p:cNvSpPr>
          <p:nvPr>
            <p:ph idx="1"/>
          </p:nvPr>
        </p:nvSpPr>
        <p:spPr/>
        <p:txBody>
          <a:bodyPr/>
          <a:lstStyle/>
          <a:p/>
          <a:p>
            <a:pPr>
              <a:defRPr sz="1800"/>
            </a:pPr>
            <a:r>
              <a:t>Tiga ilmuwan dianugerahi Hadiah Nobel Fisiologi atau Kedokteran 2025 atas penemuan mereka tentang sistem kekebalan tubuh.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C54300"/>
                </a:solidFill>
              </a:defRPr>
            </a:pPr>
            <a:r>
              <a:t>Pemenang Nobel Sastra 2025</a:t>
            </a:r>
          </a:p>
        </p:txBody>
      </p:sp>
      <p:sp>
        <p:nvSpPr>
          <p:cNvPr id="3" name="Content Placeholder 2"/>
          <p:cNvSpPr>
            <a:spLocks noGrp="1"/>
          </p:cNvSpPr>
          <p:nvPr>
            <p:ph idx="1"/>
          </p:nvPr>
        </p:nvSpPr>
        <p:spPr/>
        <p:txBody>
          <a:bodyPr/>
          <a:lstStyle/>
          <a:p/>
          <a:p>
            <a:pPr>
              <a:defRPr sz="1800"/>
            </a:pPr>
            <a:r>
              <a:t>László Krasznahorkai, novelis dan penulis skenario asal Hongaria, dianugerahi Hadiah Nobel Sastra 2025 atas karyanya yang mendalam dan penuh wawasan filosofis.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C54300"/>
                </a:solidFill>
              </a:defRPr>
            </a:pPr>
            <a:r>
              <a:t>Pemenang Nobel Perdamaian 2025</a:t>
            </a:r>
          </a:p>
        </p:txBody>
      </p:sp>
      <p:sp>
        <p:nvSpPr>
          <p:cNvPr id="3" name="Content Placeholder 2"/>
          <p:cNvSpPr>
            <a:spLocks noGrp="1"/>
          </p:cNvSpPr>
          <p:nvPr>
            <p:ph idx="1"/>
          </p:nvPr>
        </p:nvSpPr>
        <p:spPr/>
        <p:txBody>
          <a:bodyPr/>
          <a:lstStyle/>
          <a:p/>
          <a:p>
            <a:pPr>
              <a:defRPr sz="1800"/>
            </a:pPr>
            <a:r>
              <a:t>Maria Corina Machado dianugerahi Hadiah Nobel Perdamaian 2025 atas upayanya dalam mempromosikan perdamaian, menyelesaikan konflik, dan meningkatkan hubungan global.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C54300"/>
                </a:solidFill>
              </a:defRPr>
            </a:pPr>
            <a:r>
              <a:t>Pemenang Nobel Ilmu Ekonomi 2025</a:t>
            </a:r>
          </a:p>
        </p:txBody>
      </p:sp>
      <p:sp>
        <p:nvSpPr>
          <p:cNvPr id="3" name="Content Placeholder 2"/>
          <p:cNvSpPr>
            <a:spLocks noGrp="1"/>
          </p:cNvSpPr>
          <p:nvPr>
            <p:ph idx="1"/>
          </p:nvPr>
        </p:nvSpPr>
        <p:spPr/>
        <p:txBody>
          <a:bodyPr/>
          <a:lstStyle/>
          <a:p/>
          <a:p>
            <a:pPr>
              <a:defRPr sz="1800"/>
            </a:pPr>
            <a:r>
              <a:t>Joel Mokyr, Philippe Aghion, dan Peter Howitt dianugerahi Hadiah Nobel Ilmu Ekonomi 2025 atas karya mereka tentang pertumbuhan ekonomi yang didorong oleh inovasi.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C54300"/>
                </a:solidFill>
              </a:defRPr>
            </a:pPr>
            <a:r>
              <a:t>Penutup</a:t>
            </a:r>
          </a:p>
        </p:txBody>
      </p:sp>
      <p:sp>
        <p:nvSpPr>
          <p:cNvPr id="3" name="Content Placeholder 2"/>
          <p:cNvSpPr>
            <a:spLocks noGrp="1"/>
          </p:cNvSpPr>
          <p:nvPr>
            <p:ph idx="1"/>
          </p:nvPr>
        </p:nvSpPr>
        <p:spPr/>
        <p:txBody>
          <a:bodyPr/>
          <a:lstStyle/>
          <a:p/>
          <a:p>
            <a:pPr>
              <a:defRPr sz="1800"/>
            </a:pPr>
            <a:r>
              <a:t>Penghargaan Nobel 2025 merupakan pengakuan atas kontribusi luar biasa yang telah dilakukan oleh para pemenang dalam berbagai bidang, dan diharapkan dapat menginspirasi generasi mendatang untuk terus berinovasi dan berkontribusi pada kemajuan manusia.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